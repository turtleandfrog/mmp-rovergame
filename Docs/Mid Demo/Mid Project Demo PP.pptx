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63" r:id="rId6"/>
    <p:sldId id="264" r:id="rId7"/>
    <p:sldId id="265" r:id="rId8"/>
    <p:sldId id="272" r:id="rId9"/>
    <p:sldId id="273" r:id="rId10"/>
    <p:sldId id="274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7C833-5B6B-4331-A5F5-DFDF55383D6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F7178-3399-4692-94F3-EF9548FC68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816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1F7178-3399-4692-94F3-EF9548FC68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500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8E90-470A-443D-860C-FCE320DEF9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46CB-F614-46AE-AC20-0DA32CBC9D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111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8E90-470A-443D-860C-FCE320DEF9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46CB-F614-46AE-AC20-0DA32CBC9D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974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8E90-470A-443D-860C-FCE320DEF9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46CB-F614-46AE-AC20-0DA32CBC9D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257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8E90-470A-443D-860C-FCE320DEF9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46CB-F614-46AE-AC20-0DA32CBC9D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50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8E90-470A-443D-860C-FCE320DEF9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46CB-F614-46AE-AC20-0DA32CBC9D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332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8E90-470A-443D-860C-FCE320DEF9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46CB-F614-46AE-AC20-0DA32CBC9D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117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8E90-470A-443D-860C-FCE320DEF9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46CB-F614-46AE-AC20-0DA32CBC9D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847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8E90-470A-443D-860C-FCE320DEF9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46CB-F614-46AE-AC20-0DA32CBC9D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691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8E90-470A-443D-860C-FCE320DEF9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46CB-F614-46AE-AC20-0DA32CBC9D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34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8E90-470A-443D-860C-FCE320DEF9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46CB-F614-46AE-AC20-0DA32CBC9D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47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8E90-470A-443D-860C-FCE320DEF9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46CB-F614-46AE-AC20-0DA32CBC9D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947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B8E90-470A-443D-860C-FCE320DEF9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B46CB-F614-46AE-AC20-0DA32CBC9D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40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70A1E-A2FD-189A-DB6B-F07EDC8C0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br>
              <a:rPr lang="en-GB" sz="4800" dirty="0">
                <a:solidFill>
                  <a:srgbClr val="FFFFFF"/>
                </a:solidFill>
              </a:rPr>
            </a:br>
            <a:r>
              <a:rPr lang="en-GB" sz="4800" dirty="0">
                <a:solidFill>
                  <a:srgbClr val="FFFFFF"/>
                </a:solidFill>
              </a:rPr>
              <a:t>Mid Project Demo-</a:t>
            </a:r>
            <a:br>
              <a:rPr lang="en-GB" sz="4800" dirty="0">
                <a:solidFill>
                  <a:srgbClr val="FFFFFF"/>
                </a:solidFill>
              </a:rPr>
            </a:br>
            <a:br>
              <a:rPr lang="en-GB" sz="4800" dirty="0">
                <a:solidFill>
                  <a:srgbClr val="FFFFFF"/>
                </a:solidFill>
              </a:rPr>
            </a:br>
            <a:r>
              <a:rPr lang="en-GB" sz="4800" dirty="0">
                <a:solidFill>
                  <a:srgbClr val="FFFFFF"/>
                </a:solidFill>
              </a:rPr>
              <a:t>Rover Exploration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60282-9881-FA9A-AB94-27170EB39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sz="1700" dirty="0"/>
              <a:t>Dan Parkes</a:t>
            </a:r>
          </a:p>
          <a:p>
            <a:pPr algn="l"/>
            <a:r>
              <a:rPr lang="en-GB" sz="1700" dirty="0"/>
              <a:t>Dap90</a:t>
            </a:r>
          </a:p>
          <a:p>
            <a:pPr algn="l"/>
            <a:endParaRPr lang="en-GB" sz="1700" dirty="0"/>
          </a:p>
          <a:p>
            <a:pPr algn="l"/>
            <a:r>
              <a:rPr lang="en-GB" sz="1700" dirty="0">
                <a:solidFill>
                  <a:srgbClr val="FF0000"/>
                </a:solidFill>
              </a:rPr>
              <a:t>Red Notes = Tutorial Only / Fixes</a:t>
            </a:r>
          </a:p>
        </p:txBody>
      </p:sp>
    </p:spTree>
    <p:extLst>
      <p:ext uri="{BB962C8B-B14F-4D97-AF65-F5344CB8AC3E}">
        <p14:creationId xmlns:p14="http://schemas.microsoft.com/office/powerpoint/2010/main" val="1662889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7B00CA-0032-D0B6-9788-59C7409F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Project Outline-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3F4A7-A41D-A2E5-9044-667EC7A70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" y="1590740"/>
            <a:ext cx="12192002" cy="5319424"/>
          </a:xfrm>
        </p:spPr>
        <p:txBody>
          <a:bodyPr anchor="t" anchorCtr="0">
            <a:normAutofit lnSpcReduction="10000"/>
          </a:bodyPr>
          <a:lstStyle/>
          <a:p>
            <a:r>
              <a:rPr lang="en-GB" sz="2600" dirty="0"/>
              <a:t>Rover Exploration Game – developed using Unity and Visual Studio Code.</a:t>
            </a:r>
          </a:p>
          <a:p>
            <a:endParaRPr lang="en-GB" sz="2600" dirty="0"/>
          </a:p>
          <a:p>
            <a:r>
              <a:rPr lang="en-GB" sz="2600" dirty="0"/>
              <a:t>A flat top hex tile rover exploration game. Current premise is navigating a rover to the objective tile whilst conserving battery and navigating tiles of set elevation. Rover can only travel to tiles of equal or adjacent elevation (1 through 5).</a:t>
            </a:r>
          </a:p>
          <a:p>
            <a:endParaRPr lang="en-GB" sz="2600" dirty="0"/>
          </a:p>
          <a:p>
            <a:pPr marL="0" indent="0">
              <a:buNone/>
            </a:pPr>
            <a:endParaRPr lang="en-GB" sz="2600" dirty="0"/>
          </a:p>
          <a:p>
            <a:r>
              <a:rPr lang="en-GB" sz="2600" dirty="0"/>
              <a:t>VCS- GitHub is used for major project management and storing documents and scripts. Unity Version Control is used to back up entire Unity project (couldn’t operate Git LFS).</a:t>
            </a:r>
          </a:p>
          <a:p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i="1" dirty="0">
                <a:solidFill>
                  <a:srgbClr val="FF0000"/>
                </a:solidFill>
              </a:rPr>
              <a:t>GitHub Link Here</a:t>
            </a:r>
          </a:p>
        </p:txBody>
      </p:sp>
    </p:spTree>
    <p:extLst>
      <p:ext uri="{BB962C8B-B14F-4D97-AF65-F5344CB8AC3E}">
        <p14:creationId xmlns:p14="http://schemas.microsoft.com/office/powerpoint/2010/main" val="1384248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30813-2DD5-D241-7BD3-3A41E134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Feature Driven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C5510-CC7B-1DCB-D001-441F64E35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0741"/>
            <a:ext cx="12191996" cy="5267259"/>
          </a:xfrm>
        </p:spPr>
        <p:txBody>
          <a:bodyPr anchor="t" anchorCtr="0">
            <a:normAutofit/>
          </a:bodyPr>
          <a:lstStyle/>
          <a:p>
            <a:r>
              <a:rPr lang="en-GB" sz="2600" dirty="0"/>
              <a:t>FDD is used as it provides a structured approach with regular deliverables, and ensures the project is planned and designed at the start. Given weekly supervisor meetings and the fairly simple features, I felt this was the most appropriate.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600" dirty="0"/>
              <a:t>Initial Issue Board</a:t>
            </a:r>
          </a:p>
          <a:p>
            <a:pPr lvl="1"/>
            <a:r>
              <a:rPr lang="en-GB" sz="2600" dirty="0"/>
              <a:t>Menus – </a:t>
            </a:r>
          </a:p>
          <a:p>
            <a:pPr lvl="2"/>
            <a:r>
              <a:rPr lang="en-GB" sz="1800" dirty="0"/>
              <a:t>Main Menu, Settings Menu, Pause Menu</a:t>
            </a:r>
          </a:p>
          <a:p>
            <a:pPr lvl="1"/>
            <a:r>
              <a:rPr lang="en-GB" sz="2600" dirty="0"/>
              <a:t>Gameplay – </a:t>
            </a:r>
          </a:p>
          <a:p>
            <a:pPr lvl="2"/>
            <a:r>
              <a:rPr lang="en-GB" sz="1800" dirty="0"/>
              <a:t>Hexagonal Tilemap, Terrain, Resource Management, Win Condition, UI</a:t>
            </a:r>
          </a:p>
          <a:p>
            <a:pPr lvl="1"/>
            <a:r>
              <a:rPr lang="en-GB" sz="2600" dirty="0"/>
              <a:t>Stretch Goals – </a:t>
            </a:r>
          </a:p>
          <a:p>
            <a:pPr lvl="2"/>
            <a:r>
              <a:rPr lang="en-GB" sz="1800" dirty="0"/>
              <a:t>Mobile Port, Accessibility Features</a:t>
            </a:r>
          </a:p>
          <a:p>
            <a:pPr lvl="1"/>
            <a:endParaRPr lang="en-GB" sz="2000" dirty="0"/>
          </a:p>
          <a:p>
            <a:pPr marL="457200" lvl="1" indent="0">
              <a:buNone/>
            </a:pPr>
            <a:r>
              <a:rPr lang="en-GB" sz="2600" dirty="0"/>
              <a:t>Each issue was split into design and implementation.</a:t>
            </a:r>
          </a:p>
          <a:p>
            <a:pPr marL="457200" lvl="1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075379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E8851B-4BEE-4864-BD33-9C799EB11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Is the Process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FD002-59AD-602A-EAF9-C6DB57D94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" y="1590740"/>
            <a:ext cx="6096004" cy="5267260"/>
          </a:xfrm>
          <a:ln w="3175">
            <a:solidFill>
              <a:schemeClr val="tx1"/>
            </a:solidFill>
          </a:ln>
        </p:spPr>
        <p:txBody>
          <a:bodyPr anchor="t" anchorCtr="0">
            <a:normAutofit/>
          </a:bodyPr>
          <a:lstStyle/>
          <a:p>
            <a:r>
              <a:rPr lang="en-GB" sz="2600" dirty="0"/>
              <a:t>Overall, yes. Every week a key feature has been delivered. This has led to a playable demo for the mid week demo.</a:t>
            </a:r>
          </a:p>
          <a:p>
            <a:endParaRPr lang="en-GB" sz="2600" dirty="0"/>
          </a:p>
          <a:p>
            <a:endParaRPr lang="en-GB" sz="2600" dirty="0"/>
          </a:p>
          <a:p>
            <a:r>
              <a:rPr lang="en-GB" sz="2600" dirty="0"/>
              <a:t>However, there are things I would change:</a:t>
            </a:r>
          </a:p>
          <a:p>
            <a:pPr lvl="1"/>
            <a:r>
              <a:rPr lang="en-GB" sz="2200" dirty="0"/>
              <a:t>Test-Driven Development-</a:t>
            </a:r>
          </a:p>
          <a:p>
            <a:pPr lvl="2"/>
            <a:r>
              <a:rPr lang="en-GB" sz="1800" dirty="0"/>
              <a:t>Makes future development much easier.</a:t>
            </a:r>
          </a:p>
          <a:p>
            <a:pPr lvl="1"/>
            <a:r>
              <a:rPr lang="en-GB" sz="2200" dirty="0"/>
              <a:t>More Designs before Implementation</a:t>
            </a:r>
          </a:p>
          <a:p>
            <a:pPr lvl="2"/>
            <a:r>
              <a:rPr lang="en-GB" sz="1800" dirty="0"/>
              <a:t>Designs make implementing UI incredibly straightforward, especially placeholder UI.</a:t>
            </a:r>
          </a:p>
        </p:txBody>
      </p:sp>
      <p:pic>
        <p:nvPicPr>
          <p:cNvPr id="7" name="Picture 6" descr="A planet and moon in space&#10;&#10;AI-generated content may be incorrect.">
            <a:extLst>
              <a:ext uri="{FF2B5EF4-FFF2-40B4-BE49-F238E27FC236}">
                <a16:creationId xmlns:a16="http://schemas.microsoft.com/office/drawing/2014/main" id="{27E99B3A-E3AE-7788-82FF-0632C3755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698" y="2412010"/>
            <a:ext cx="5562600" cy="302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16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0DB05-BF49-560A-0CE9-5B85D540D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Gameplay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C63C7-7663-C68E-48D1-F12760B35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" y="1590740"/>
            <a:ext cx="6038726" cy="5267259"/>
          </a:xfrm>
        </p:spPr>
        <p:txBody>
          <a:bodyPr anchor="t" anchorCtr="0">
            <a:normAutofit/>
          </a:bodyPr>
          <a:lstStyle/>
          <a:p>
            <a:r>
              <a:rPr lang="en-GB" sz="2600" b="1" dirty="0">
                <a:solidFill>
                  <a:srgbClr val="FF0000"/>
                </a:solidFill>
              </a:rPr>
              <a:t>UI Canvases are currently broken :/</a:t>
            </a:r>
          </a:p>
          <a:p>
            <a:r>
              <a:rPr lang="en-GB" sz="2600" b="1" dirty="0">
                <a:solidFill>
                  <a:srgbClr val="FF0000"/>
                </a:solidFill>
              </a:rPr>
              <a:t>Switching resolution from second monitor to laptop for demo caused this, would have been an issue later regardless. Fix is to set a fixed resolution within the scene player then manually adjust UI.</a:t>
            </a:r>
          </a:p>
          <a:p>
            <a:endParaRPr lang="en-GB" sz="2600" dirty="0"/>
          </a:p>
          <a:p>
            <a:r>
              <a:rPr lang="en-GB" sz="2600" dirty="0"/>
              <a:t>All assets are merely placeholder assets from the unity asset store/ itch.io</a:t>
            </a:r>
          </a:p>
          <a:p>
            <a:r>
              <a:rPr lang="en-GB" sz="2600" i="1" dirty="0">
                <a:solidFill>
                  <a:srgbClr val="FF0000"/>
                </a:solidFill>
              </a:rPr>
              <a:t>Demo Link Here</a:t>
            </a:r>
          </a:p>
        </p:txBody>
      </p:sp>
      <p:pic>
        <p:nvPicPr>
          <p:cNvPr id="4" name="Picture 3" descr="A screenshot of a game&#10;&#10;AI-generated content may be incorrect.">
            <a:extLst>
              <a:ext uri="{FF2B5EF4-FFF2-40B4-BE49-F238E27FC236}">
                <a16:creationId xmlns:a16="http://schemas.microsoft.com/office/drawing/2014/main" id="{63DDF1E8-FF6C-8345-6F97-EE5F943C9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279" y="2324355"/>
            <a:ext cx="5868977" cy="321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43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907842-2E7B-A908-4246-89B3B427A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FAD53-1A4C-A28D-5914-30FDD0ADF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" y="1590740"/>
            <a:ext cx="12191997" cy="5267259"/>
          </a:xfrm>
        </p:spPr>
        <p:txBody>
          <a:bodyPr anchor="t" anchorCtr="0">
            <a:normAutofit lnSpcReduction="10000"/>
          </a:bodyPr>
          <a:lstStyle/>
          <a:p>
            <a:r>
              <a:rPr lang="en-GB" sz="2000" dirty="0"/>
              <a:t>Gameplay Scripts-</a:t>
            </a:r>
          </a:p>
          <a:p>
            <a:pPr lvl="1"/>
            <a:r>
              <a:rPr lang="en-GB" sz="2000" b="1" dirty="0" err="1"/>
              <a:t>HexTile</a:t>
            </a:r>
            <a:r>
              <a:rPr lang="en-GB" sz="2000" dirty="0"/>
              <a:t> – Constructor for each </a:t>
            </a:r>
            <a:r>
              <a:rPr lang="en-GB" sz="2000" dirty="0" err="1"/>
              <a:t>HexTile</a:t>
            </a:r>
            <a:r>
              <a:rPr lang="en-GB" sz="2000" dirty="0"/>
              <a:t> store 3D coordinates and Elevation Int</a:t>
            </a:r>
          </a:p>
          <a:p>
            <a:pPr lvl="1"/>
            <a:r>
              <a:rPr lang="en-GB" sz="2000" b="1" dirty="0" err="1"/>
              <a:t>HighlightManager</a:t>
            </a:r>
            <a:r>
              <a:rPr lang="en-GB" sz="2000" dirty="0"/>
              <a:t> – Highlight tiles around a central tile on a separate Tilemap, dependant on if they are matching or adjacent elevations.</a:t>
            </a:r>
          </a:p>
          <a:p>
            <a:pPr lvl="1"/>
            <a:r>
              <a:rPr lang="en-GB" sz="2000" b="1" dirty="0" err="1"/>
              <a:t>ObjectiveManager</a:t>
            </a:r>
            <a:r>
              <a:rPr lang="en-GB" sz="2000" dirty="0"/>
              <a:t> – Checks if players current position is the same as a win tile. If so activate </a:t>
            </a:r>
            <a:r>
              <a:rPr lang="en-GB" sz="2000" dirty="0" err="1"/>
              <a:t>WinPanel</a:t>
            </a:r>
            <a:r>
              <a:rPr lang="en-GB" sz="2000" dirty="0"/>
              <a:t>.</a:t>
            </a:r>
          </a:p>
          <a:p>
            <a:pPr lvl="1"/>
            <a:r>
              <a:rPr lang="en-GB" sz="2000" b="1" dirty="0"/>
              <a:t>Rover</a:t>
            </a:r>
            <a:r>
              <a:rPr lang="en-GB" sz="2000" dirty="0"/>
              <a:t> – Adds and </a:t>
            </a:r>
            <a:r>
              <a:rPr lang="en-GB" sz="2000" dirty="0" err="1"/>
              <a:t>Undos</a:t>
            </a:r>
            <a:r>
              <a:rPr lang="en-GB" sz="2000" dirty="0"/>
              <a:t> moves from Rovers path. Can execute path to move rover through each tile, at the cost of 10% battery per tile. Updates UI to represent this.</a:t>
            </a:r>
          </a:p>
          <a:p>
            <a:pPr lvl="1"/>
            <a:r>
              <a:rPr lang="en-GB" sz="2000" b="1" dirty="0" err="1"/>
              <a:t>TileClickDetection</a:t>
            </a:r>
            <a:r>
              <a:rPr lang="en-GB" sz="2000" dirty="0"/>
              <a:t> – Detects mouse clicks on Tilemap, converting world position to Tilemap position and adding it to rover moves. Also detects “Z” to undo and “Space” to execute path.</a:t>
            </a:r>
          </a:p>
          <a:p>
            <a:pPr lvl="1"/>
            <a:r>
              <a:rPr lang="en-GB" sz="2000" b="1" dirty="0" err="1"/>
              <a:t>TilemapManager</a:t>
            </a:r>
            <a:r>
              <a:rPr lang="en-GB" sz="2000" dirty="0"/>
              <a:t> – Loops through all tiles upon start and adds their elevation (set by tile colour) to a dictionary with their coordinates. </a:t>
            </a:r>
          </a:p>
          <a:p>
            <a:pPr marL="457200" lvl="1" indent="0">
              <a:buNone/>
            </a:pPr>
            <a:endParaRPr lang="en-GB" sz="2000" dirty="0"/>
          </a:p>
          <a:p>
            <a:r>
              <a:rPr lang="en-GB" sz="2000" dirty="0"/>
              <a:t>Unused A* algorithm (Perhaps implemented later)</a:t>
            </a:r>
          </a:p>
          <a:p>
            <a:endParaRPr lang="en-GB" sz="2000" dirty="0"/>
          </a:p>
          <a:p>
            <a:r>
              <a:rPr lang="en-GB" sz="2000" dirty="0"/>
              <a:t>Menu Scripts all work the same currently. Pull a scene name from scene name </a:t>
            </a:r>
            <a:r>
              <a:rPr lang="en-GB" sz="2000" dirty="0" err="1"/>
              <a:t>enum</a:t>
            </a:r>
            <a:r>
              <a:rPr lang="en-GB" sz="2000" dirty="0"/>
              <a:t> and switch scene upon button press. (Besides from a simple line drawer for level select)</a:t>
            </a:r>
          </a:p>
        </p:txBody>
      </p:sp>
    </p:spTree>
    <p:extLst>
      <p:ext uri="{BB962C8B-B14F-4D97-AF65-F5344CB8AC3E}">
        <p14:creationId xmlns:p14="http://schemas.microsoft.com/office/powerpoint/2010/main" val="340030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E7761-FD29-A078-EC36-4EB3D5C48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6BA-226D-356D-7C8D-1A033263C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" y="1590740"/>
            <a:ext cx="12191997" cy="5267259"/>
          </a:xfrm>
        </p:spPr>
        <p:txBody>
          <a:bodyPr anchor="t" anchorCtr="0">
            <a:noAutofit/>
          </a:bodyPr>
          <a:lstStyle/>
          <a:p>
            <a:r>
              <a:rPr lang="en-GB" sz="2600" dirty="0"/>
              <a:t>Expand on Objectives ( Various Ideas)</a:t>
            </a:r>
          </a:p>
          <a:p>
            <a:pPr lvl="2"/>
            <a:r>
              <a:rPr lang="en-GB" sz="2200" dirty="0"/>
              <a:t>May massively impact gameplay style. XCOM style encounters? Purely Transport &amp; retrieval? More puzzle based? Minigames (reach objective do minigame?)</a:t>
            </a:r>
          </a:p>
          <a:p>
            <a:r>
              <a:rPr lang="en-GB" sz="2600" dirty="0"/>
              <a:t>Implement Unique Planet Modifiers-</a:t>
            </a:r>
          </a:p>
          <a:p>
            <a:pPr lvl="2"/>
            <a:r>
              <a:rPr lang="en-GB" sz="2200" dirty="0"/>
              <a:t>Dust Storms, Fog of War, Icy Surface, Asteroid Impacts, Liquid Terrain etc</a:t>
            </a:r>
          </a:p>
          <a:p>
            <a:r>
              <a:rPr lang="en-GB" sz="2600" dirty="0"/>
              <a:t>Create Shop/Workshop. </a:t>
            </a:r>
          </a:p>
          <a:p>
            <a:pPr lvl="2"/>
            <a:r>
              <a:rPr lang="en-GB" sz="2200" dirty="0"/>
              <a:t>Rover Customisation (gameplay &amp; cosmetic)</a:t>
            </a:r>
          </a:p>
          <a:p>
            <a:r>
              <a:rPr lang="en-GB" sz="2600" dirty="0"/>
              <a:t>Implement Settings Menu Features</a:t>
            </a:r>
          </a:p>
          <a:p>
            <a:r>
              <a:rPr lang="en-GB" sz="2600" dirty="0"/>
              <a:t>Audio / SFX</a:t>
            </a:r>
          </a:p>
          <a:p>
            <a:r>
              <a:rPr lang="en-GB" sz="2600" dirty="0"/>
              <a:t>More tailored assets</a:t>
            </a:r>
          </a:p>
          <a:p>
            <a:r>
              <a:rPr lang="en-GB" sz="2600" dirty="0"/>
              <a:t>Mobile Port / Accessibility Features</a:t>
            </a:r>
          </a:p>
          <a:p>
            <a:pPr marL="0" indent="0">
              <a:buNone/>
            </a:pPr>
            <a:endParaRPr lang="en-GB" sz="2600" dirty="0"/>
          </a:p>
          <a:p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375449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A750C-B542-B392-7A7D-97C0FFFD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11BC61A-B4BA-8B9B-3BE5-DA1570CF3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7A1E34-919D-F95E-94CB-994FC9E24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3046C0-98D3-DB22-5E88-BFD38C2E4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96CA3E-F891-3392-3385-E5BDA901A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4A7D-5B64-8F9F-A683-58B4249D0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587717-DBD6-0938-F170-9044DA40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Future UI Designs- Gameplay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6D361-82CD-77E2-2D17-0E1A0E196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1700" dirty="0"/>
          </a:p>
          <a:p>
            <a:endParaRPr lang="en-GB" sz="1700" dirty="0"/>
          </a:p>
        </p:txBody>
      </p:sp>
      <p:pic>
        <p:nvPicPr>
          <p:cNvPr id="4" name="Picture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CF03F80-0024-DBE3-DCFC-3039DC26F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129" y="1897458"/>
            <a:ext cx="9001741" cy="37582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FC644A-89DD-1FFC-59D3-4DC0181251EE}"/>
              </a:ext>
            </a:extLst>
          </p:cNvPr>
          <p:cNvSpPr txBox="1"/>
          <p:nvPr/>
        </p:nvSpPr>
        <p:spPr>
          <a:xfrm>
            <a:off x="294572" y="6093953"/>
            <a:ext cx="2841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Inspired by Fallout 1 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A19E3-3DED-24DF-6A6D-1A1EA15D9620}"/>
              </a:ext>
            </a:extLst>
          </p:cNvPr>
          <p:cNvSpPr txBox="1"/>
          <p:nvPr/>
        </p:nvSpPr>
        <p:spPr>
          <a:xfrm>
            <a:off x="6032585" y="6052731"/>
            <a:ext cx="511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Much more tactical, slower paced game design</a:t>
            </a:r>
          </a:p>
        </p:txBody>
      </p:sp>
    </p:spTree>
    <p:extLst>
      <p:ext uri="{BB962C8B-B14F-4D97-AF65-F5344CB8AC3E}">
        <p14:creationId xmlns:p14="http://schemas.microsoft.com/office/powerpoint/2010/main" val="2937989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DA0D8-3EB0-F1E5-4470-C23F4FC4E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2C1C56-B3EA-1703-D198-CF486A6EF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6E40C9-9703-58D9-9E74-E25212503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F2B72F-555F-31A0-06BC-A845D6641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F3F803-A6BC-63C6-B905-78F1C8A9C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75E0C3-B9D0-E2A4-C1E4-77D2B2A3B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864B60-ED6F-CBDF-A496-2368EFB99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Future UI Designs- 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8734-116C-AD2A-1A27-A0D4A03A8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1700" dirty="0"/>
          </a:p>
          <a:p>
            <a:endParaRPr lang="en-GB" sz="17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31A004-2DF5-A200-CA26-CE0C23EE4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264" y="2318197"/>
            <a:ext cx="6587007" cy="46051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13905A-A6C1-5732-D03E-2A43505FBAA3}"/>
              </a:ext>
            </a:extLst>
          </p:cNvPr>
          <p:cNvSpPr txBox="1"/>
          <p:nvPr/>
        </p:nvSpPr>
        <p:spPr>
          <a:xfrm>
            <a:off x="279742" y="2086679"/>
            <a:ext cx="2230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Buy New Objectives/Missions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892D0-D771-7BCE-85F1-06262ABB0E3B}"/>
              </a:ext>
            </a:extLst>
          </p:cNvPr>
          <p:cNvSpPr txBox="1"/>
          <p:nvPr/>
        </p:nvSpPr>
        <p:spPr>
          <a:xfrm>
            <a:off x="3998711" y="1662782"/>
            <a:ext cx="3752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New Tools e.g. traverse higher elevations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C8178-361B-E698-B0B2-058465B333DE}"/>
              </a:ext>
            </a:extLst>
          </p:cNvPr>
          <p:cNvSpPr txBox="1"/>
          <p:nvPr/>
        </p:nvSpPr>
        <p:spPr>
          <a:xfrm>
            <a:off x="9520909" y="1985948"/>
            <a:ext cx="2090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More Battery, More Carry Weight etc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F83E2-31B6-FF5A-D520-6E3F16326B81}"/>
              </a:ext>
            </a:extLst>
          </p:cNvPr>
          <p:cNvSpPr txBox="1"/>
          <p:nvPr/>
        </p:nvSpPr>
        <p:spPr>
          <a:xfrm>
            <a:off x="565861" y="4271421"/>
            <a:ext cx="1436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Individual Items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E83FD3-AB5A-0B19-A4CD-0558C999D7E5}"/>
              </a:ext>
            </a:extLst>
          </p:cNvPr>
          <p:cNvCxnSpPr/>
          <p:nvPr/>
        </p:nvCxnSpPr>
        <p:spPr>
          <a:xfrm>
            <a:off x="2424081" y="2632279"/>
            <a:ext cx="5645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17AA57-77F1-41E1-F523-E1E62D247717}"/>
              </a:ext>
            </a:extLst>
          </p:cNvPr>
          <p:cNvCxnSpPr>
            <a:cxnSpLocks/>
          </p:cNvCxnSpPr>
          <p:nvPr/>
        </p:nvCxnSpPr>
        <p:spPr>
          <a:xfrm flipV="1">
            <a:off x="1649807" y="3772797"/>
            <a:ext cx="1418650" cy="6995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8FF6DC-63F4-9BB6-6176-97F18933C2A9}"/>
              </a:ext>
            </a:extLst>
          </p:cNvPr>
          <p:cNvCxnSpPr>
            <a:cxnSpLocks/>
          </p:cNvCxnSpPr>
          <p:nvPr/>
        </p:nvCxnSpPr>
        <p:spPr>
          <a:xfrm flipH="1">
            <a:off x="5388210" y="2086679"/>
            <a:ext cx="87962" cy="4602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5C5BB0-FF0B-3AB4-3AB6-EE60CD2756C5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186325" y="2309114"/>
            <a:ext cx="2334584" cy="2239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195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211D0-AF46-5907-7246-4BE73CE5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66F1FE-E469-AEB8-F50E-022577C30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C1EE24-3564-153A-AFF7-605A71000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9A98E7-A160-8682-1C36-5A9D26D8B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45038D-CC90-59F9-61E0-474BCCBE2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65E51C-E2D5-1550-F7A6-0FA0423F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21CDC-5B2B-D164-A841-DC367728D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Future UI Designs-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CD56A-4E81-981D-FFDC-C7B6D59FC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1700" dirty="0"/>
          </a:p>
          <a:p>
            <a:endParaRPr lang="en-GB" sz="17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01E8A4-7AF0-B280-44C0-90EB3889D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652" y="1689048"/>
            <a:ext cx="6698691" cy="50191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B84D2E-4849-7DE2-CDFF-1E3DD2BFDE07}"/>
              </a:ext>
            </a:extLst>
          </p:cNvPr>
          <p:cNvSpPr txBox="1"/>
          <p:nvPr/>
        </p:nvSpPr>
        <p:spPr>
          <a:xfrm>
            <a:off x="9709614" y="2318197"/>
            <a:ext cx="2221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Can be greatly expanded (or not used)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4264EC-ECC4-489F-9D49-CA9C23BF26A7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9199232" y="2737016"/>
            <a:ext cx="510382" cy="428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395EFB0-2F65-545C-3DEF-7311FEF1686A}"/>
              </a:ext>
            </a:extLst>
          </p:cNvPr>
          <p:cNvSpPr txBox="1"/>
          <p:nvPr/>
        </p:nvSpPr>
        <p:spPr>
          <a:xfrm>
            <a:off x="420675" y="2552956"/>
            <a:ext cx="21458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Inspired by Mario Kart. Cycle through items attach individually for different stats.</a:t>
            </a:r>
          </a:p>
        </p:txBody>
      </p:sp>
    </p:spTree>
    <p:extLst>
      <p:ext uri="{BB962C8B-B14F-4D97-AF65-F5344CB8AC3E}">
        <p14:creationId xmlns:p14="http://schemas.microsoft.com/office/powerpoint/2010/main" val="2406012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7DDC9-4193-9006-0156-1E1CC6CC9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Questions For Second Marker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7E9DC-A288-1E24-B519-8EB28B43E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" y="1590740"/>
            <a:ext cx="12191998" cy="5267259"/>
          </a:xfrm>
        </p:spPr>
        <p:txBody>
          <a:bodyPr anchor="t" anchorCtr="0">
            <a:normAutofit/>
          </a:bodyPr>
          <a:lstStyle/>
          <a:p>
            <a:r>
              <a:rPr lang="en-GB" sz="2600" dirty="0"/>
              <a:t>Any opinions on the way I should progress in terms of objectives?</a:t>
            </a:r>
          </a:p>
          <a:p>
            <a:pPr lvl="3"/>
            <a:r>
              <a:rPr lang="en-GB" sz="2000" dirty="0"/>
              <a:t>Balancing Marks Vs Fun Gameplay</a:t>
            </a:r>
          </a:p>
          <a:p>
            <a:pPr lvl="3"/>
            <a:endParaRPr lang="en-GB" sz="2000" dirty="0"/>
          </a:p>
          <a:p>
            <a:r>
              <a:rPr lang="en-GB" sz="2600" dirty="0"/>
              <a:t>Is mobile implementation too ambitious?</a:t>
            </a:r>
          </a:p>
          <a:p>
            <a:r>
              <a:rPr lang="en-GB" sz="2600" dirty="0"/>
              <a:t>Could you suggest any further stretch goals?</a:t>
            </a:r>
          </a:p>
        </p:txBody>
      </p:sp>
    </p:spTree>
    <p:extLst>
      <p:ext uri="{BB962C8B-B14F-4D97-AF65-F5344CB8AC3E}">
        <p14:creationId xmlns:p14="http://schemas.microsoft.com/office/powerpoint/2010/main" val="2954930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B115-3C92-5FF9-0D93-40AC7CAFB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6E152-28C8-6339-8D8D-697EB824E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Things to do before mid demo on Thursday-</a:t>
            </a:r>
          </a:p>
          <a:p>
            <a:r>
              <a:rPr lang="en-GB" dirty="0">
                <a:solidFill>
                  <a:srgbClr val="FF0000"/>
                </a:solidFill>
              </a:rPr>
              <a:t>Add git link and demo link</a:t>
            </a:r>
          </a:p>
          <a:p>
            <a:r>
              <a:rPr lang="en-GB" dirty="0">
                <a:solidFill>
                  <a:srgbClr val="FF0000"/>
                </a:solidFill>
              </a:rPr>
              <a:t>Fix canvases in Unity</a:t>
            </a:r>
          </a:p>
          <a:p>
            <a:r>
              <a:rPr lang="en-GB" dirty="0">
                <a:solidFill>
                  <a:srgbClr val="FF0000"/>
                </a:solidFill>
              </a:rPr>
              <a:t>Add a win panel that activates in Unity</a:t>
            </a:r>
          </a:p>
          <a:p>
            <a:r>
              <a:rPr lang="en-GB" dirty="0">
                <a:solidFill>
                  <a:srgbClr val="FF0000"/>
                </a:solidFill>
              </a:rPr>
              <a:t>Add reasons why choices made</a:t>
            </a:r>
          </a:p>
          <a:p>
            <a:pPr lvl="1"/>
            <a:endParaRPr lang="en-GB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3092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747</Words>
  <Application>Microsoft Office PowerPoint</Application>
  <PresentationFormat>Widescreen</PresentationFormat>
  <Paragraphs>90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 Mid Project Demo-  Rover Exploration Game</vt:lpstr>
      <vt:lpstr>Project Outline-</vt:lpstr>
      <vt:lpstr>Feature Driven Development</vt:lpstr>
      <vt:lpstr>Is the Process Working</vt:lpstr>
      <vt:lpstr>Gameplay</vt:lpstr>
      <vt:lpstr>Scripts</vt:lpstr>
      <vt:lpstr>What’s Next?</vt:lpstr>
      <vt:lpstr>Future UI Designs- Gameplay UI</vt:lpstr>
      <vt:lpstr>Future UI Designs- Shop</vt:lpstr>
      <vt:lpstr>Future UI Designs- Workshop</vt:lpstr>
      <vt:lpstr>Questions For Second Marker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Parkes</dc:creator>
  <cp:lastModifiedBy>Dan Parkes</cp:lastModifiedBy>
  <cp:revision>4</cp:revision>
  <dcterms:created xsi:type="dcterms:W3CDTF">2025-03-09T21:17:12Z</dcterms:created>
  <dcterms:modified xsi:type="dcterms:W3CDTF">2025-03-09T23:07:38Z</dcterms:modified>
</cp:coreProperties>
</file>